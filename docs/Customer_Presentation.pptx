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MULTI-SITE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Deployment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Automation Framework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18288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• Automated • Scalable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Envista Holdings – Network Infrastructure Team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• Q2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0972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40080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Supported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~25 hrs / Site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691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config per site with copy-paste errors and inconsistent implementations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778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 Drift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77840" y="1691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templates. Each site looks different, complicating troubleshooting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2608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8016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Audit Trail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520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 not version-controlled. Changes untraceable after deployment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7784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Pain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77840" y="3520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new sites requires full manual effort. Cannot parallelize deployments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SOLUTION: AUTOMATION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" y="1097280"/>
            <a:ext cx="640080" cy="64008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280160" y="141732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" y="1874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structured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10972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05740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743200" y="141732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737360" y="1874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2331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checks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20440" y="10972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206240" y="141732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00400" y="1874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331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renders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configs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83480" y="109728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5669280" y="141732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663440" y="1874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331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approve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46520" y="109728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132320" y="1417320"/>
            <a:ext cx="45720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126480" y="1874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2331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pushes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devices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909560" y="10972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790956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589520" y="18745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89520" y="23317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92608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2926080"/>
            <a:ext cx="19659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1089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411480" y="3566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1480" y="39319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structured sheets with validation, formulas, dropdowns, dashboard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468880" y="292608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468880" y="2926080"/>
            <a:ext cx="19659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2468880" y="31089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2606040" y="3566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Jinja2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606040" y="39319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generator reads Excel, validates, renders device-specific configs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292608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2926080"/>
            <a:ext cx="19659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5" name="Text 43"/>
          <p:cNvSpPr/>
          <p:nvPr/>
        </p:nvSpPr>
        <p:spPr>
          <a:xfrm>
            <a:off x="4663440" y="31089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4800600" y="3566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Playbooks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800600" y="39319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configs, backup existing, post-deploy validation with rollback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58000" y="2926080"/>
            <a:ext cx="1965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58000" y="2926080"/>
            <a:ext cx="19659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0" name="Text 48"/>
          <p:cNvSpPr/>
          <p:nvPr/>
        </p:nvSpPr>
        <p:spPr>
          <a:xfrm>
            <a:off x="6858000" y="31089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6995160" y="3566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ServiceNow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995160" y="39319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all configs. Change tickets link to deployments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WORKBOOK: SINGLE SOURCE OF TRUTH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10972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deployment status, auto-refreshing summary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05840"/>
            <a:ext cx="2697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05840"/>
            <a:ext cx="54864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Inventory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registry with dropdowns for type, status, HA role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97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54864" cy="10972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Per-site CIDR blocks, subnets, gateways, usable ranges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2697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33172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Mapping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VLAN template applied across all sites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331720"/>
            <a:ext cx="2697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33172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&amp; dynamic routes per device with next-hop tracking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331720"/>
            <a:ext cx="2697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331720"/>
            <a:ext cx="54864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Policies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rules, ACLs, zone-based policy definitions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657600"/>
            <a:ext cx="2697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657600"/>
            <a:ext cx="54864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Templates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placeholder mapping to Excel column references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3657600"/>
            <a:ext cx="2697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46120" y="3657600"/>
            <a:ext cx="54864" cy="1097280"/>
          </a:xfrm>
          <a:prstGeom prst="rect">
            <a:avLst/>
          </a:prstGeom>
          <a:solidFill>
            <a:srgbClr val="795548"/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Standards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42900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naming conventions for hostnames &amp; VLANs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657600"/>
            <a:ext cx="26974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3657600"/>
            <a:ext cx="54864" cy="1097280"/>
          </a:xfrm>
          <a:prstGeom prst="rect">
            <a:avLst/>
          </a:prstGeom>
          <a:solidFill>
            <a:srgbClr val="E91E63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Guide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0936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deployment process with business benefits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Built-in: Dropdown validation • Conditional formatting • Cross-sheet formulas • Error highlighting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GENERATED OUTPUT: CONSISTENT &amp; REPEATABLE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4114800" cy="32004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sw-ver-us-mdf-1.cfg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hostname sw-ver-us-mdf-1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vlan 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VER-USER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vlan 18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VER-WIFI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Vlan10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ip address 10.246.232.1 255.255.255.0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ip helper-address 10.246.233.161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GigabitEthernet1/0/1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switchport mode trunk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switchport trunk allowed vlan 3,5,9,...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route 0.0.0.0 0.0.0.0 10.246.233.162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 authentication login default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snmp-server community &lt;RO&gt; RO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per Site: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55448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760720" y="1627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configs auto-generated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Switches, SD-WAN, Firewalls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37744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37744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760720" y="2450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per switch config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VLANs, SVIs, AAA, SNMP, NTP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20040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20040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60720" y="3273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VLANs consistently deployed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VLAN template every site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402336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402336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760720" y="4096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config lines typed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template-driven output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2011680" cy="2286000"/>
          </a:xfrm>
          <a:prstGeom prst="rect">
            <a:avLst/>
          </a:prstGeom>
          <a:solidFill>
            <a:srgbClr val="243B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Reduction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hrs → 4 hrs per site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188720"/>
            <a:ext cx="2011680" cy="2286000"/>
          </a:xfrm>
          <a:prstGeom prst="rect">
            <a:avLst/>
          </a:prstGeom>
          <a:solidFill>
            <a:srgbClr val="243B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51460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1460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 identical baseline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2011680" cy="2286000"/>
          </a:xfrm>
          <a:prstGeom prst="rect">
            <a:avLst/>
          </a:prstGeom>
          <a:solidFill>
            <a:srgbClr val="243B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75488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Errors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before deployment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95160" y="1188720"/>
            <a:ext cx="2011680" cy="2286000"/>
          </a:xfrm>
          <a:prstGeom prst="rect">
            <a:avLst/>
          </a:prstGeom>
          <a:solidFill>
            <a:srgbClr val="243B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95160" y="1371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10→∞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99516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95160" y="2606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effort for 10 or 100 sites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243B5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 Trail: Git-versioned configs for compliance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233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Reusability: Templates work for any Envista site globally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53542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Operational Efficiency: NOC gets standardized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&amp; NEXT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framework operational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 for Switch + SD-WAN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engine live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sites fully modeled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97280"/>
            <a:ext cx="20116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06040" y="210312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Palo Alto firewall templates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ServiceNow API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Tower for scheduling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10+ sites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97280"/>
            <a:ext cx="2011680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Maturity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00600" y="210312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for config changes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via NAPALM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 for site requests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reporting dashboard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1097280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1097280"/>
            <a:ext cx="2011680" cy="5486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0" y="1600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IaC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2103120"/>
            <a:ext cx="1737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for cloud network infra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remediation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config optimization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provisioning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31720" y="283464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526280" y="283464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720840" y="2834640"/>
            <a:ext cx="137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Deploy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Smarter. Faster. Everywhere.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22860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92608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Deliverables Included: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Excel Framework (9 sheets, validation, dashboard)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Jinja2 Config Templates (Switch + SD-WAN)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Python Automation Scripts (generator + validator)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Ansible Deployment Playbook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Sample Configs for 2 Sites (6 devices)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✓  Customer Presentation Deck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0" y="4114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Envista Holdings</a:t>
            </a:r>
            <a:endParaRPr lang="en-US" sz="12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Network Infrastructure Team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Multi-Site Network Deployment Automation Framework</dc:title>
  <dc:subject>PptxGenJS Presentation</dc:subject>
  <dc:creator>Envista Network Team</dc:creator>
  <cp:lastModifiedBy>Envista Network Team</cp:lastModifiedBy>
  <cp:revision>1</cp:revision>
  <dcterms:created xsi:type="dcterms:W3CDTF">2026-04-01T02:16:07Z</dcterms:created>
  <dcterms:modified xsi:type="dcterms:W3CDTF">2026-04-01T02:16:07Z</dcterms:modified>
</cp:coreProperties>
</file>